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10.png" ContentType="image/png"/>
  <Override PartName="/ppt/media/image9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7A6D581-5524-4265-A2D8-ADAFB821847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897CA5C-9E34-4DA9-BC71-D295BF063F1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A7772F3-FB93-4648-9DFB-DCD6F8B70E5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EC6BFDE-5E08-4C4C-B6D6-CBE83A062B2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00A3C65-DAEC-4499-8EF0-A0EAFE05566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C77B16C-1F8C-44D3-B545-32068C0E8A0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A4393D7-805B-4AF1-87F2-594DE7AEBF2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1BEED31-C2E3-44F3-9DDB-2DCF915B3DC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EDD11D1-2BC2-471D-840D-80DB25A5269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95FEBE1-EC10-4002-A14D-44CEF763D05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CC96200-D4B5-4992-BAF3-E598F33A14B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-143640" y="1260000"/>
            <a:ext cx="9143280" cy="6857280"/>
          </a:xfrm>
          <a:prstGeom prst="rect">
            <a:avLst/>
          </a:prstGeom>
          <a:solidFill>
            <a:srgbClr val="f5f5f5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NÃO TENHO POWER POINT COM COPILOT INTEGRADO.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DESSA FORMA, A GERAÇÃO FICA LIMITADA. ASSIM, PRECISO FAZER MANUALMENTE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457200" y="274320"/>
            <a:ext cx="8228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Administração no cotidiano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457200" y="1371600"/>
            <a:ext cx="502848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Aula inaugural – Curso Técnico em Administração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Picture 4" descr="Planejamento_real.png"/>
          <p:cNvPicPr/>
          <p:nvPr/>
        </p:nvPicPr>
        <p:blipFill>
          <a:blip r:embed="rId1"/>
          <a:stretch/>
        </p:blipFill>
        <p:spPr>
          <a:xfrm>
            <a:off x="5669280" y="1371600"/>
            <a:ext cx="3199680" cy="213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1"/>
          <p:cNvSpPr/>
          <p:nvPr/>
        </p:nvSpPr>
        <p:spPr>
          <a:xfrm>
            <a:off x="0" y="0"/>
            <a:ext cx="9143280" cy="6857280"/>
          </a:xfrm>
          <a:prstGeom prst="rect">
            <a:avLst/>
          </a:prstGeom>
          <a:solidFill>
            <a:srgbClr val="f5f5f5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457200" y="274320"/>
            <a:ext cx="8228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Objetivos da Aula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457200" y="1371600"/>
            <a:ext cx="502848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- Compreender o conceito introdutório de Administração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- Reconhecer a Administração no cotidiano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- Identificar diferentes formas de pensar a gestão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- Relacionar Administração à formação pessoal e profissional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Picture 4" descr="Checklist_real.png"/>
          <p:cNvPicPr/>
          <p:nvPr/>
        </p:nvPicPr>
        <p:blipFill>
          <a:blip r:embed="rId1"/>
          <a:stretch/>
        </p:blipFill>
        <p:spPr>
          <a:xfrm>
            <a:off x="5669280" y="1371600"/>
            <a:ext cx="3199680" cy="213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1"/>
          <p:cNvSpPr/>
          <p:nvPr/>
        </p:nvSpPr>
        <p:spPr>
          <a:xfrm>
            <a:off x="0" y="0"/>
            <a:ext cx="9143280" cy="6857280"/>
          </a:xfrm>
          <a:prstGeom prst="rect">
            <a:avLst/>
          </a:prstGeom>
          <a:solidFill>
            <a:srgbClr val="f5f5f5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457200" y="274320"/>
            <a:ext cx="8228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Por que estudar Administração?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3"/>
          <p:cNvSpPr/>
          <p:nvPr/>
        </p:nvSpPr>
        <p:spPr>
          <a:xfrm>
            <a:off x="457200" y="1371600"/>
            <a:ext cx="502848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- Presente no dia a dia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- Essencial nas organizações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- Competência para vida pessoal e profissional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Picture 4" descr="Equipe trabalhando_real.png"/>
          <p:cNvPicPr/>
          <p:nvPr/>
        </p:nvPicPr>
        <p:blipFill>
          <a:blip r:embed="rId1"/>
          <a:stretch/>
        </p:blipFill>
        <p:spPr>
          <a:xfrm>
            <a:off x="5669280" y="1371600"/>
            <a:ext cx="3199680" cy="213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0"/>
            <a:ext cx="9143280" cy="6857280"/>
          </a:xfrm>
          <a:prstGeom prst="rect">
            <a:avLst/>
          </a:prstGeom>
          <a:solidFill>
            <a:srgbClr val="f5f5f5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457200" y="274320"/>
            <a:ext cx="8228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O que é Administração?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3"/>
          <p:cNvSpPr/>
          <p:nvPr/>
        </p:nvSpPr>
        <p:spPr>
          <a:xfrm>
            <a:off x="457200" y="1371600"/>
            <a:ext cx="502848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- Conjunto de ações para organizar pessoas, recursos e tempo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- Objetivo: alcançar resultados com eficiência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- Exemplos práticos: rotina de estudos, divisão de tarefas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Picture 4" descr="Quadro branco_real.png"/>
          <p:cNvPicPr/>
          <p:nvPr/>
        </p:nvPicPr>
        <p:blipFill>
          <a:blip r:embed="rId1"/>
          <a:stretch/>
        </p:blipFill>
        <p:spPr>
          <a:xfrm>
            <a:off x="5669280" y="1371600"/>
            <a:ext cx="3199680" cy="213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1"/>
          <p:cNvSpPr/>
          <p:nvPr/>
        </p:nvSpPr>
        <p:spPr>
          <a:xfrm>
            <a:off x="0" y="0"/>
            <a:ext cx="9143280" cy="6857280"/>
          </a:xfrm>
          <a:prstGeom prst="rect">
            <a:avLst/>
          </a:prstGeom>
          <a:solidFill>
            <a:srgbClr val="f5f5f5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457200" y="274320"/>
            <a:ext cx="8228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Administração nas Organizações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3"/>
          <p:cNvSpPr/>
          <p:nvPr/>
        </p:nvSpPr>
        <p:spPr>
          <a:xfrm>
            <a:off x="457200" y="1371600"/>
            <a:ext cx="502848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- Define metas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- Distribui responsabilidades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- Acompanha resultados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- Corrige problemas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Picture 4" descr="Escritório moderno_real.png"/>
          <p:cNvPicPr/>
          <p:nvPr/>
        </p:nvPicPr>
        <p:blipFill>
          <a:blip r:embed="rId1"/>
          <a:stretch/>
        </p:blipFill>
        <p:spPr>
          <a:xfrm>
            <a:off x="5669280" y="1371600"/>
            <a:ext cx="3199680" cy="213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0" y="0"/>
            <a:ext cx="9143280" cy="6857280"/>
          </a:xfrm>
          <a:prstGeom prst="rect">
            <a:avLst/>
          </a:prstGeom>
          <a:solidFill>
            <a:srgbClr val="f5f5f5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457200" y="274320"/>
            <a:ext cx="8228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Visão Geral das Teorias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3"/>
          <p:cNvSpPr/>
          <p:nvPr/>
        </p:nvSpPr>
        <p:spPr>
          <a:xfrm>
            <a:off x="457200" y="1371600"/>
            <a:ext cx="502848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- Científica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- Clássica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- Burocracia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- Humanística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- Sistêmica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- Contingencial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Picture 4" descr="Brainstorming_real.png"/>
          <p:cNvPicPr/>
          <p:nvPr/>
        </p:nvPicPr>
        <p:blipFill>
          <a:blip r:embed="rId1"/>
          <a:stretch/>
        </p:blipFill>
        <p:spPr>
          <a:xfrm>
            <a:off x="5669280" y="1371600"/>
            <a:ext cx="3199680" cy="213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0" y="0"/>
            <a:ext cx="9143280" cy="6857280"/>
          </a:xfrm>
          <a:prstGeom prst="rect">
            <a:avLst/>
          </a:prstGeom>
          <a:solidFill>
            <a:srgbClr val="f5f5f5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2"/>
          <p:cNvSpPr/>
          <p:nvPr/>
        </p:nvSpPr>
        <p:spPr>
          <a:xfrm>
            <a:off x="457200" y="274320"/>
            <a:ext cx="8228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Atividade Diagnóstica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3"/>
          <p:cNvSpPr/>
          <p:nvPr/>
        </p:nvSpPr>
        <p:spPr>
          <a:xfrm>
            <a:off x="457200" y="1371600"/>
            <a:ext cx="502848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Pergunta: Onde você percebe Administração no seu dia a dia?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Dinâmica: Compartilhar exemplos em duplas ou grupos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Picture 4" descr="Estudantes em grupo_real.png"/>
          <p:cNvPicPr/>
          <p:nvPr/>
        </p:nvPicPr>
        <p:blipFill>
          <a:blip r:embed="rId1"/>
          <a:stretch/>
        </p:blipFill>
        <p:spPr>
          <a:xfrm>
            <a:off x="5669280" y="1371600"/>
            <a:ext cx="3199680" cy="213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1"/>
          <p:cNvSpPr/>
          <p:nvPr/>
        </p:nvSpPr>
        <p:spPr>
          <a:xfrm>
            <a:off x="0" y="0"/>
            <a:ext cx="9143280" cy="6857280"/>
          </a:xfrm>
          <a:prstGeom prst="rect">
            <a:avLst/>
          </a:prstGeom>
          <a:solidFill>
            <a:srgbClr val="f5f5f5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457200" y="274320"/>
            <a:ext cx="8228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Atividade Prática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3"/>
          <p:cNvSpPr/>
          <p:nvPr/>
        </p:nvSpPr>
        <p:spPr>
          <a:xfrm>
            <a:off x="457200" y="1371600"/>
            <a:ext cx="502848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Planejar um pequeno evento fictício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Passos: escolher evento, definir objetivo, listar tarefas, dividir responsabilidades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Picture 4" descr="Planejamento em equipe_real.png"/>
          <p:cNvPicPr/>
          <p:nvPr/>
        </p:nvPicPr>
        <p:blipFill>
          <a:blip r:embed="rId1"/>
          <a:stretch/>
        </p:blipFill>
        <p:spPr>
          <a:xfrm>
            <a:off x="5669280" y="1371600"/>
            <a:ext cx="3199680" cy="213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1"/>
          <p:cNvSpPr/>
          <p:nvPr/>
        </p:nvSpPr>
        <p:spPr>
          <a:xfrm>
            <a:off x="0" y="0"/>
            <a:ext cx="9143280" cy="6857280"/>
          </a:xfrm>
          <a:prstGeom prst="rect">
            <a:avLst/>
          </a:prstGeom>
          <a:solidFill>
            <a:srgbClr val="f5f5f5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2"/>
          <p:cNvSpPr/>
          <p:nvPr/>
        </p:nvSpPr>
        <p:spPr>
          <a:xfrm>
            <a:off x="457200" y="274320"/>
            <a:ext cx="8228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Encaminhamentos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3"/>
          <p:cNvSpPr/>
          <p:nvPr/>
        </p:nvSpPr>
        <p:spPr>
          <a:xfrm>
            <a:off x="457200" y="1371600"/>
            <a:ext cx="502848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Próximas aulas: aprofundamento das teorias, funções administrativas, estudos de caso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Picture 4" descr="Livros e materiais_real.png"/>
          <p:cNvPicPr/>
          <p:nvPr/>
        </p:nvPicPr>
        <p:blipFill>
          <a:blip r:embed="rId1"/>
          <a:stretch/>
        </p:blipFill>
        <p:spPr>
          <a:xfrm>
            <a:off x="5669280" y="1371600"/>
            <a:ext cx="3199680" cy="213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1"/>
          <p:cNvSpPr/>
          <p:nvPr/>
        </p:nvSpPr>
        <p:spPr>
          <a:xfrm>
            <a:off x="0" y="0"/>
            <a:ext cx="9143280" cy="6857280"/>
          </a:xfrm>
          <a:prstGeom prst="rect">
            <a:avLst/>
          </a:prstGeom>
          <a:solidFill>
            <a:srgbClr val="f5f5f5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2"/>
          <p:cNvSpPr/>
          <p:nvPr/>
        </p:nvSpPr>
        <p:spPr>
          <a:xfrm>
            <a:off x="457200" y="274320"/>
            <a:ext cx="8228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Referências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3"/>
          <p:cNvSpPr/>
          <p:nvPr/>
        </p:nvSpPr>
        <p:spPr>
          <a:xfrm>
            <a:off x="457200" y="1371600"/>
            <a:ext cx="502848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- CHIAVENATO, Idalberto. Introdução à Teoria Geral da Administração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- MAXIMIANO, Antônio César Amaru. Introdução à Administração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" name="Picture 4" descr="Livros_real.png"/>
          <p:cNvPicPr/>
          <p:nvPr/>
        </p:nvPicPr>
        <p:blipFill>
          <a:blip r:embed="rId1"/>
          <a:stretch/>
        </p:blipFill>
        <p:spPr>
          <a:xfrm>
            <a:off x="5669280" y="1371600"/>
            <a:ext cx="3199680" cy="213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LibreOffice/25.8.3.2$Windows_X86_64 LibreOffice_project/8ca8d55c161d602844f5428fa4b58097424e324e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2026-01-05T18:47:39Z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